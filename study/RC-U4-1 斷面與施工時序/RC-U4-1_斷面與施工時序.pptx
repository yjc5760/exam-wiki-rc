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RC-U4-1　預力梁斷面應力分析｜觀念講義・拼圖三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斷面與施工時序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此刻，只有「已經硬化」的混凝土能參與抗力——應力分階段算完再累加，絕不把總彎矩一次除以最終斷面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非對稱斷面 S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≠ S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A58B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58BE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 k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、k</a:t>
            </a:r>
            <a:pPr indent="0" marL="0">
              <a:buNone/>
            </a:pPr>
            <a:r>
              <a:rPr lang="en-US" sz="1500" b="1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08A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8A7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濕版重與施工時序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④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組合梁四步 SOP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示範梁與拼圖一、二相同：預鑄梁 40×80、L = 12 m、e = 25 cm、P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t、P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t；上方加一片 150×15 現場版（與梁同強度）。圖上數字全部由同一支程式算出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一句話貫通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一個問題串起三個觀念：此刻，誰已經硬化？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483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本拼圖的定位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拼圖一教你「一刻、一纖維」怎麼算；拼圖二決定「哪兩刻」要算；拼圖三回答：斷面本身會隨時間長大，每一刻該用哪個斷面？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承接拼圖二 · 示範組合梁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同一根預鑄梁，上面多了一片現場澆置版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937760"/>
          </a:xfrm>
          <a:prstGeom prst="roundRect">
            <a:avLst>
              <a:gd name="adj" fmla="val 2222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示範組合梁資料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預鑄梁 40×80：A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3,200 cm²、S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42,667 cm³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直線鋼腱距梁底 y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 cm（e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25 cm）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現場版 b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150、t = 15 cm；與梁同強度（n = 1）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150 t → P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t（損失假設在澆版前完成）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梁自重 w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0.768、濕版 w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0.540 t/m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組合後活載＋疊加靜載 w</a:t>
            </a:r>
            <a:pPr indent="0" marL="0">
              <a:spcAft>
                <a:spcPts val="10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1.80 t/m；L = 12 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137160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50876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拼圖二已經給了你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傳遞階段 ①② 在預鑄梁上：頂 −8.62、底 +102.37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兩階段數據嚴格分開，不串料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80760" y="3840480"/>
            <a:ext cx="5532120" cy="2468880"/>
          </a:xfrm>
          <a:prstGeom prst="roundRect">
            <a:avLst>
              <a:gd name="adj" fmla="val 4444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397764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拼圖三要回答的三件事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 斷面不對稱時，S 怎麼求？哪一側危險？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2. 偏心到哪裡，另一側才開始受拉？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3. 斷面在施工中變大，應力怎麼接力累加？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① · 非對稱斷面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形心不在半高：面積放在哪裡，形心就被拉向哪裡</a:t>
            </a:r>
            <a:endParaRPr lang="en-US" sz="2600" dirty="0"/>
          </a:p>
        </p:txBody>
      </p:sp>
      <p:pic>
        <p:nvPicPr>
          <p:cNvPr id="4" name="Image 0" descr="fig02_tse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64" y="1280160"/>
            <a:ext cx="10614991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物理直覺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版的面積 2,250 cm² 全放在最上面 15 cm，把形心從 47.5 拉到 59.61（距梁底）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梁底離形心 59.61、版頂只有 35.39 → y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≠ y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≠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① ② · 分割法＋平行軸定理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先求形心 y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，再用平行軸定理求 I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371600"/>
                <a:gridCol w="1280160"/>
                <a:gridCol w="1645920"/>
                <a:gridCol w="1737360"/>
                <a:gridCol w="137160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組成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(cm²)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(cm)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·y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(cm⁴)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d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(cm)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·d</a:t>
                      </a:r>
                      <a:pPr algn="ctr"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版 150×15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2,250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87.5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196,875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42,188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27.89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1,750,156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 40×80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3,200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40.0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128,000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1,706,667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19.61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1,230,578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5,450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324,875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1,748,854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2,980,734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539496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3832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形心</a:t>
            </a:r>
            <a:endParaRPr lang="en-US" sz="1400" dirty="0"/>
          </a:p>
        </p:txBody>
      </p:sp>
      <p:pic>
        <p:nvPicPr>
          <p:cNvPr id="7" name="Image 0" descr="m_yba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3730295"/>
            <a:ext cx="4710074" cy="54041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035040" y="3291840"/>
            <a:ext cx="55778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33832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慣性矩</a:t>
            </a:r>
            <a:endParaRPr lang="en-US" sz="1400" dirty="0"/>
          </a:p>
        </p:txBody>
      </p:sp>
      <p:pic>
        <p:nvPicPr>
          <p:cNvPr id="10" name="Image 1" descr="m_ic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7920" y="3844776"/>
            <a:ext cx="5212080" cy="311447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452628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731520" y="46177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三個纖維各有一個 S</a:t>
            </a:r>
            <a:endParaRPr lang="en-US" sz="1400" dirty="0"/>
          </a:p>
        </p:txBody>
      </p:sp>
      <p:pic>
        <p:nvPicPr>
          <p:cNvPr id="13" name="Image 2" descr="m_sc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950562"/>
            <a:ext cx="6945782" cy="47731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56692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7724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最常漏的是 A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·d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²：兩塊各自的 I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加起來只有 1,748,854，還不到 I</a:t>
            </a:r>
            <a:pPr indent="0" marL="0">
              <a:buNone/>
            </a:pPr>
            <a:r>
              <a:rPr lang="en-US" sz="15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 4 成——移軸項才是主角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非對稱的後果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 M，S 小的那一側應力最大</a:t>
            </a:r>
            <a:endParaRPr lang="en-US" sz="2600" dirty="0"/>
          </a:p>
        </p:txBody>
      </p:sp>
      <p:pic>
        <p:nvPicPr>
          <p:cNvPr id="4" name="Image 0" descr="fig03_asy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64" y="1280160"/>
            <a:ext cx="10614991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絕對不可以直接用 I/(h/2)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/47.5 = 99,570：梁底被算成 −32.54，實際是 −40.84——低估 20%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組合梁有三個「頂」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版頂、梁頂（介面）都要檢核：版頂是版的最外纖維，梁頂則帶著前面階段的應力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② · 核心距 kern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偏心到哪裡，另一邊才開始出現拉應力</a:t>
            </a:r>
            <a:endParaRPr lang="en-US" sz="2600" dirty="0"/>
          </a:p>
        </p:txBody>
      </p:sp>
      <p:pic>
        <p:nvPicPr>
          <p:cNvPr id="4" name="Image 0" descr="fig04_ker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824" y="1280160"/>
            <a:ext cx="10505872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P 作用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120 t 放在矩形 40×80：e = 0 均勻 +37.50；e = 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頂恰為 0；e = 25 頂 −32.81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核心區 = 完全受壓區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鋼腱落在核心內 → 全斷面受壓；落在核心外 → 對側受拉，但仍可在容許拉應力內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核心距推導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令對側纖維應力 = 0，解出臨界偏心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下核心距 k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：鋼腱在形心「下方」，頂纖維恰不受拉</a:t>
            </a:r>
            <a:endParaRPr lang="en-US" sz="1400" dirty="0"/>
          </a:p>
        </p:txBody>
      </p:sp>
      <p:pic>
        <p:nvPicPr>
          <p:cNvPr id="6" name="Image 0" descr="m_kb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48333"/>
            <a:ext cx="4742993" cy="52669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5146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606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上核心距 k</a:t>
            </a:r>
            <a:pPr indent="0" marL="0">
              <a:buNone/>
            </a:pPr>
            <a:r>
              <a:rPr lang="en-US" sz="14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：鋼腱在形心「上方」，底纖維恰不受拉</a:t>
            </a:r>
            <a:endParaRPr lang="en-US" sz="1400" dirty="0"/>
          </a:p>
        </p:txBody>
      </p:sp>
      <p:pic>
        <p:nvPicPr>
          <p:cNvPr id="9" name="Image 1" descr="m_k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2937053"/>
            <a:ext cx="4885639" cy="52669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3703320"/>
            <a:ext cx="585216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37947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換個寫法：用 k 表示應力</a:t>
            </a:r>
            <a:endParaRPr lang="en-US" sz="1400" dirty="0"/>
          </a:p>
        </p:txBody>
      </p:sp>
      <p:pic>
        <p:nvPicPr>
          <p:cNvPr id="12" name="Image 2" descr="m_kform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217670"/>
            <a:ext cx="3610051" cy="4800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492240" y="370332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675120" y="37947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代回本例 e = 25</a:t>
            </a:r>
            <a:endParaRPr lang="en-US" sz="1400" dirty="0"/>
          </a:p>
        </p:txBody>
      </p:sp>
      <p:pic>
        <p:nvPicPr>
          <p:cNvPr id="15" name="Image 3" descr="m_kex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0" y="4236872"/>
            <a:ext cx="3922776" cy="44165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5029200"/>
            <a:ext cx="11064240" cy="1325880"/>
          </a:xfrm>
          <a:prstGeom prst="roundRect">
            <a:avLst>
              <a:gd name="adj" fmla="val 827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77240" y="5120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記法：k 的下標跟 S 的下標「交叉」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管「頂纖維不受拉」所以用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管「底纖維不受拉」所以用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。筆記裡若寫成 k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 是筆誤——矩形斷面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看不出來，T 形斷面就會錯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非對稱斷面的核心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核心區也不對稱：矩形 h/3，T 形偏向一邊</a:t>
            </a:r>
            <a:endParaRPr lang="en-US" sz="2600" dirty="0"/>
          </a:p>
        </p:txBody>
      </p:sp>
      <p:pic>
        <p:nvPicPr>
          <p:cNvPr id="4" name="Image 0" descr="fig05_kern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534" y="1280160"/>
            <a:ext cx="10376452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4924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22392"/>
            <a:ext cx="327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矩形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h/6 = 13.33，核心寬 h/3——中三分之一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4924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22392"/>
            <a:ext cx="327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 T 形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14.56、k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24.52；核心寬 39.08 cm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49240"/>
            <a:ext cx="3596640" cy="10972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22392"/>
            <a:ext cx="3276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核心距只是臨界點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它只描述「P 單獨作用」；真正的檢核仍要把 M/S 加進來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 ③ · 施工時序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每一刻，只有「已硬化並能傳力」的那部分斷面在工作</a:t>
            </a:r>
            <a:endParaRPr lang="en-US" sz="2600" dirty="0"/>
          </a:p>
        </p:txBody>
      </p:sp>
      <p:pic>
        <p:nvPicPr>
          <p:cNvPr id="4" name="Image 0" descr="fig06_stag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6280" y="1280160"/>
            <a:ext cx="1072896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斷面在長大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3,200 →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5,450；形心 40.00 → 59.61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偏心距也跟著變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25.00 → 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44.61；但預力施加時看到的是 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後拉法補充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張拉時導管還沒灌漿，要扣孔 → 淨斷面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；本例忽略導管，A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≈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三階段數據對照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每一段都要問四件事：斷面、預力、彎矩、強度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2377440"/>
                <a:gridCol w="2560320"/>
                <a:gridCol w="1280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階段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用哪個斷面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用哪個預力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該階段新增的彎矩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強度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張拉／放張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斷面 1（後拉：淨斷面 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150 t，e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25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13.824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ci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 損失＋澆版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斷面 1（濕版不計入）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ΔP = −30 t（→ P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e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9.72（累加）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版硬化後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組合斷面 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、S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2570C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不再新增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32.40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f′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2C6E9E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9808" y="43434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預力只在斷面 1 上作用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鋼腱在組合前就已張拉錨定，預力的 P/A、P·e/S 永遠用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、e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；e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只在「組合後才施預力」時才用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26480" y="42062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27648" y="43434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損失為什麼算在斷面 1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教科書簡化：假設損失在澆版前完成。若題目說部分損失發生在組合後，那一部分 ΔP 要用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、e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失分地雷 · 濕版重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濕混凝土沒有勁度，濕版重只能由預鑄梁獨自承擔</a:t>
            </a:r>
            <a:endParaRPr lang="en-US" sz="2600" dirty="0"/>
          </a:p>
        </p:txBody>
      </p:sp>
      <p:pic>
        <p:nvPicPr>
          <p:cNvPr id="4" name="Image 0" descr="fig07_we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630" y="1280160"/>
            <a:ext cx="10734261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為什麼會錯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看到最終是 T 形，就把所有彎矩都除以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；但澆版那一刻，版還是液體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86400"/>
            <a:ext cx="5463540" cy="960120"/>
          </a:xfrm>
          <a:prstGeom prst="roundRect">
            <a:avLst>
              <a:gd name="adj" fmla="val 1142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59552"/>
            <a:ext cx="51435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判斷準則只有一句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「這個載重上來時，誰已經硬化？」——吊裝、拆撐、疊加靜載都用同一句判斷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 · 有支撐施工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同一片濕版，施工方法不同，M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就落在不同斷面</a:t>
            </a:r>
            <a:endParaRPr lang="en-US" sz="2600" dirty="0"/>
          </a:p>
        </p:txBody>
      </p:sp>
      <p:pic>
        <p:nvPicPr>
          <p:cNvPr id="4" name="Image 0" descr="fig08_shor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讀題關鍵字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「無支撐」「unshored」或沒提 → 預設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由斷面 1 承擔；「有臨時支撐」「shored」→ 拆撐時 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由組合斷面承擔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底層邏輯沒變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有支撐時，濕版重量由支撐接走；拆撐的那一刻版已硬化——仍是「誰已經硬化」這一句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組合梁解題 SOP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四步驟：兩套幾何 → 三個彎矩 → 分段 Δf → 累加</a:t>
            </a:r>
            <a:endParaRPr lang="en-US" sz="2600" dirty="0"/>
          </a:p>
        </p:txBody>
      </p:sp>
      <p:pic>
        <p:nvPicPr>
          <p:cNvPr id="4" name="Image 0" descr="fig09_so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的判斷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每個彎矩先問：它作用時版硬化了沒？沒有 →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；有 →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。預力永遠在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94960"/>
            <a:ext cx="5463540" cy="1051560"/>
          </a:xfrm>
          <a:prstGeom prst="roundRect">
            <a:avLst>
              <a:gd name="adj" fmla="val 1043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468112"/>
            <a:ext cx="51435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的纖維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梁頂、梁底、版頂三條分開累加；版頂只從 ③ 開始有應力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1 · 兩套斷面幾何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左邊給預力與 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用；右邊只給 M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斷面 1（預鑄梁）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3,200 cm²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1,706,667 cm⁴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y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40.00 cm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42,667 cm³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40 − 15 = 25.00 cm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k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13.33 cm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371600"/>
            <a:ext cx="5486400" cy="3749040"/>
          </a:xfrm>
          <a:prstGeom prst="roundRect">
            <a:avLst>
              <a:gd name="adj" fmla="val 2927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55080" y="1508760"/>
            <a:ext cx="51206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組合斷面（梁＋版）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5,450 cm²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4,729,588 cm⁴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59.61；梁頂 20.39；版頂 35.39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b,c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79,342；S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t,梁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231,957；S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t,版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133,642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44.61 cm</a:t>
            </a:r>
            <a:endParaRPr lang="en-US" sz="15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14.56、k</a:t>
            </a:r>
            <a:pPr indent="0" marL="0">
              <a:spcAft>
                <a:spcPts val="9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24.52 cm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2578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53492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組合斷面偏心距（僅供組合後施加預力或損失時使用）</a:t>
            </a:r>
            <a:endParaRPr lang="en-US" sz="1400" dirty="0"/>
          </a:p>
        </p:txBody>
      </p:sp>
      <p:pic>
        <p:nvPicPr>
          <p:cNvPr id="10" name="Image 0" descr="m_e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5823814"/>
            <a:ext cx="3544214" cy="28529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2 · 三個彎矩，各自對應一個時刻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簡支梁跨中 M = wL²/8，分開算、分開放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：梁自重（放張瞬間就在）→ 斷面 1</a:t>
            </a:r>
            <a:endParaRPr lang="en-US" sz="1400" dirty="0"/>
          </a:p>
        </p:txBody>
      </p:sp>
      <p:pic>
        <p:nvPicPr>
          <p:cNvPr id="6" name="Image 0" descr="m_m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868119"/>
            <a:ext cx="3747211" cy="51572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69748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7889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：濕版重（w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0.15×1.5×2.4）→ 斷面 1</a:t>
            </a:r>
            <a:endParaRPr lang="en-US" sz="1400" dirty="0"/>
          </a:p>
        </p:txBody>
      </p:sp>
      <p:pic>
        <p:nvPicPr>
          <p:cNvPr id="9" name="Image 1" descr="m_m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193999"/>
            <a:ext cx="3588106" cy="51572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402336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41148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：活載＋疊加靜載（版硬化後才上來）→ 組合斷面</a:t>
            </a:r>
            <a:endParaRPr lang="en-US" sz="1400" dirty="0"/>
          </a:p>
        </p:txBody>
      </p:sp>
      <p:pic>
        <p:nvPicPr>
          <p:cNvPr id="12" name="Image 2" descr="m_ml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4522622"/>
            <a:ext cx="3500323" cy="51023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5349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總彎矩 M</a:t>
            </a:r>
            <a:pPr indent="0" marL="0">
              <a:buNone/>
            </a:pPr>
            <a:r>
              <a:rPr lang="en-US" sz="16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6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13.824 + 9.72 + 32.40 = 55.944 t-m——這個數字「不能」拿來直接除以任何一個 S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分階段增量 Δf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四段應力增量：前三段在斷面 1，最後一段在組合斷面</a:t>
            </a:r>
            <a:endParaRPr lang="en-US" sz="2600" dirty="0"/>
          </a:p>
        </p:txBody>
      </p:sp>
      <p:pic>
        <p:nvPicPr>
          <p:cNvPr id="4" name="Image 0" descr="fig10_in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9458" y="1280160"/>
            <a:ext cx="10622604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②a 預力損失是「負的預力」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ΔP = −30 t 代入同一條式子：頂 +8.20、底 −26.95——把原本存在底部的預壓力拿走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532120"/>
            <a:ext cx="5463540" cy="9144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605272"/>
            <a:ext cx="51435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是唯一跨進版的應力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在組合斷面上呈一條直線：版頂 +24.24 → 梁底 −40.84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3 · 梁底纖維逐段代數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每一段只用那一段的 P、M 和斷面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P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M</a:t>
            </a:r>
            <a:pPr indent="0" marL="0">
              <a:buNone/>
            </a:pPr>
            <a:r>
              <a:rPr lang="en-US" sz="14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（斷面 1）</a:t>
            </a:r>
            <a:endParaRPr lang="en-US" sz="1400" dirty="0"/>
          </a:p>
        </p:txBody>
      </p:sp>
      <p:pic>
        <p:nvPicPr>
          <p:cNvPr id="6" name="Image 0" descr="m_s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795059"/>
            <a:ext cx="5120640" cy="4789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26480" y="132588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17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②a 預力損失（斷面 1）</a:t>
            </a:r>
            <a:endParaRPr lang="en-US" sz="1400" dirty="0"/>
          </a:p>
        </p:txBody>
      </p:sp>
      <p:pic>
        <p:nvPicPr>
          <p:cNvPr id="9" name="Image 1" descr="m_s2a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784303"/>
            <a:ext cx="5120640" cy="50047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" y="256032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651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②b 濕版 M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（斷面 1）</a:t>
            </a:r>
            <a:endParaRPr lang="en-US" sz="1400" dirty="0"/>
          </a:p>
        </p:txBody>
      </p:sp>
      <p:pic>
        <p:nvPicPr>
          <p:cNvPr id="12" name="Image 2" descr="m_s2b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1520" y="3005633"/>
            <a:ext cx="3629254" cy="52669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26480" y="256032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9360" y="26517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活載 M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（組合斷面）</a:t>
            </a:r>
            <a:endParaRPr lang="en-US" sz="1400" dirty="0"/>
          </a:p>
        </p:txBody>
      </p:sp>
      <p:pic>
        <p:nvPicPr>
          <p:cNvPr id="15" name="Image 3" descr="m_s3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2991917"/>
            <a:ext cx="3596335" cy="55412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548640" y="37947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31520" y="38862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· 累加並比容許（使用階段）</a:t>
            </a:r>
            <a:endParaRPr lang="en-US" sz="1400" dirty="0"/>
          </a:p>
        </p:txBody>
      </p:sp>
      <p:pic>
        <p:nvPicPr>
          <p:cNvPr id="18" name="Image 4" descr="m_sum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1520" y="4364888"/>
            <a:ext cx="5757977" cy="277063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48640" y="50292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49808" y="5120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梁頂同理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−8.62 + 8.20 + 22.78 + 13.97 = +36.34 ≤ +210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6126480" y="50292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6327648" y="51206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版頂只有 ③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/ S</a:t>
            </a:r>
            <a:pPr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t,版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+24.24 ≤ +210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Step 4 · 應力是一段一段疊上去的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瀑布圖：看每一階段把纖維往哪個方向推</a:t>
            </a:r>
            <a:endParaRPr lang="en-US" sz="2600" dirty="0"/>
          </a:p>
        </p:txBody>
      </p:sp>
      <p:pic>
        <p:nvPicPr>
          <p:cNvPr id="4" name="Image 0" descr="fig11_waterfal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3264" y="1280160"/>
            <a:ext cx="10614991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梁底一路被「提款」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放張時存了 +102.37 的預壓，損失、濕版、活載三次提款後剩 +11.80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梁頂由拉轉壓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放張時 −8.62（傳遞控制點 ①），之後三段都往壓的方向推到 +36.34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最終應力分布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組合梁的總應力圖在介面處「斷開」——這是分階段累加的指紋</a:t>
            </a:r>
            <a:endParaRPr lang="en-US" sz="2600" dirty="0"/>
          </a:p>
        </p:txBody>
      </p:sp>
      <p:pic>
        <p:nvPicPr>
          <p:cNvPr id="4" name="Image 0" descr="fig12_final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08735"/>
            <a:ext cx="11064240" cy="41490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650992"/>
            <a:ext cx="10744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看到斷開就知道算對了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如果你的總應力是一條連續直線，代表把所有彎矩都除了同一個斷面——一次算完的錯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三種常見錯法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每一種都讓梁底「看起來更壓、更安全」</a:t>
            </a:r>
            <a:endParaRPr lang="en-US" sz="2600" dirty="0"/>
          </a:p>
        </p:txBody>
      </p:sp>
      <p:pic>
        <p:nvPicPr>
          <p:cNvPr id="4" name="Image 0" descr="fig13_trap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559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濕版誤用 S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多了 10.53：最常見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一次算完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放在 e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、M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全除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：多了 7.18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I/(h/2)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形心當成在半高：多了 8.30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為什麼要做組合梁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版一旦硬化，就把梁底的 S 放大近一倍</a:t>
            </a:r>
            <a:endParaRPr lang="en-US" sz="2600" dirty="0"/>
          </a:p>
        </p:txBody>
      </p:sp>
      <p:pic>
        <p:nvPicPr>
          <p:cNvPr id="4" name="Image 0" descr="fig14_bonu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32738"/>
            <a:ext cx="11064240" cy="38724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反算：令梁底總應力 = 容許拉，解 M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endParaRPr lang="en-US" sz="1400" dirty="0"/>
          </a:p>
        </p:txBody>
      </p:sp>
      <p:pic>
        <p:nvPicPr>
          <p:cNvPr id="8" name="Image 1" descr="m_ml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929884"/>
            <a:ext cx="5892394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六個讓組合梁題目失分的地方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濕版除以 S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梁底被低估 10.53 kgf/cm²；濕混凝土沒有勁度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CEEE5"/>
          </a:solidFill>
          <a:ln w="12700">
            <a:solidFill>
              <a:srgbClr val="EBC3A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2570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一次算完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除以最終斷面、P 放在 e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：應力歷史全部消失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I/(h/2)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形斷面形心不在半高：S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被高估 25%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漏了移軸項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只加 I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不加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·d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²，I 少了六成以上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版頂也累加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版頂只有 M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t,版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；把 ①② 的梁頂應力加到版頂是錯的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、k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下標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/A、k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/A（交叉）；非對稱斷面兩者不同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組合梁累加表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每一列一段、每一欄一個纖維；最後一列就是答案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2194560"/>
                <a:gridCol w="1920240"/>
                <a:gridCol w="2011680"/>
                <a:gridCol w="201168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階段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斷面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載重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版頂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梁底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 放張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i</a:t>
                      </a:r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、M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G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−8.62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+102.37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②a 損失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ΔP = −30 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+8.20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−26.95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②b 澆版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+22.78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−22.78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 使用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</a:t>
                      </a:r>
                      <a:pPr algn="ctr"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+24.24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+13.97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−40.84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合計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+24.24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+36.34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+11.80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D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容許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≤ +210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≤ +210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≥ −37.42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303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幾何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59.61、I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4,729,588、S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b,c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79,342、e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44.61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72200" y="5166360"/>
            <a:ext cx="5440680" cy="1188720"/>
          </a:xfrm>
          <a:prstGeom prst="roundRect">
            <a:avLst>
              <a:gd name="adj" fmla="val 9231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5230368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最大活載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L,max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71.45 t-m → w</a:t>
            </a:r>
            <a:pPr indent="0" marL="0">
              <a:spcAft>
                <a:spcPts val="600"/>
              </a:spcAft>
              <a:buNone/>
            </a:pPr>
            <a:r>
              <a:rPr lang="en-US" sz="14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L,max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3.97 t/m（無組合僅 2.13）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重點回顧：此刻，誰已經硬化？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非對稱斷面先求 y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、I（別漏 A·d²），再分別求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；S 小的一側（本例梁底 79,342）最危險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核心距 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/A、k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/A（下標交叉）；矩形 h/6，T 形 14.56／24.52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濕版沒有勁度：M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由預鑄梁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承擔（有支撐施工才改由 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應力分階段算完再累加：梁底 +102.37 → +11.80；介面應力斷開是正確的指紋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✓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三條纖維分開檢核：版頂、梁頂、梁底；一次算完的答案永遠偏不保守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下一步：拼圖四——從檢核到設計：鋼腱可行區（Cable Zone）、開裂彎矩 M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</a:t>
            </a:r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與極限強度 M</a:t>
            </a:r>
            <a:pPr indent="0" marL="0">
              <a:buNone/>
            </a:pPr>
            <a:r>
              <a:rPr lang="en-US" sz="1600" b="1" baseline="-40000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RC-U4-1 拼圖三：斷面與施工時序</dc:title>
  <dc:subject>PptxGenJS Presentation</dc:subject>
  <dc:creator>PptxGenJS</dc:creator>
  <cp:lastModifiedBy>PptxGenJS</cp:lastModifiedBy>
  <cp:revision>1</cp:revision>
  <dcterms:created xsi:type="dcterms:W3CDTF">2026-09-27T09:40:15Z</dcterms:created>
  <dcterms:modified xsi:type="dcterms:W3CDTF">2026-09-27T09:40:15Z</dcterms:modified>
</cp:coreProperties>
</file>