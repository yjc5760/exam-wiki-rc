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耐震這個單元，是三個單元裡考卷最願意給的一個 —— 但它給的全是「規範抄得到的構造細則」。真正撐起十八題的能力設計法，二十四年零次印出。這支影片把二十七條公式一條一條攤開。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先講玩法。這個單元的綠色最多，有六條 —— 可是綠得很脆弱：其中四條只有一次樣本，那些題型二十四年只考過一次，沒有反例，但也談不上規律。真正有多次證據的只有圍束箍筋 Ash，考三次印三次 —— 而它仍然有一個沒給的先例，九十八年第一題那張考卷一條公式都沒有。看到深色卡片請按暫停。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只看得完前三十秒，請記住這一句：查表查得到的，考卷傾向給你；要靠能力設計法推出來的，一次都不給。圍束箍筋、接頭係數、彎鉤錨定長度、塑鉸長度，這些都被印過；可是可能彎矩強度、能力設計剪力、接頭剪力需求、強柱弱梁，二十四年零次印出 —— 偏偏後者才是這個單元十八題的主軸。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二十七條分成六個家族。A 是圍束與密箍，五條，考卷只給 Ash 跟 so。B 是能力設計，五條全紅，二十四年零次印出，是本單元的主軸。C 是梁柱接頭，四度考、需求端零次印出。D 是搭接、錨定與韌性細則。E 是剪力牆與橫膈版。F 是載重組合與流程。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這是全片最重要的一頁。能力設計法的方向是反的：需求不是來自結構分析算出來的地震力，而是來自「構件能發出多大的彎矩」。從梁配筋算 Mpr，再由兩端 Mpr 推梁的設計剪力、或者推進柱裡變成柱的設計剪力。然後檢查 Vc 要不要歸零，反算箍筋間距，最後還要檢那四項規定取最小。特別注意側邊那一欄：梁塑鉸區的間距答案，幾乎都是由那四項決定的，不是由 Vs 反算決定的。而且密箍長度是兩倍梁全高，不是兩倍有效深度。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帶你看這張圖。起點是題目給的梁配筋，終點是你要交的箍筋規格。中間這四個量 —— 可能彎矩強度、梁的能力設計剪力、柱的能力設計剪力、接頭的水平剪力需求 —— 全部要自己推。一百零一年那張考卷印了圍束箍筋、印了間距、印了含軸壓的 Vc、印了接頭係數，四組規範節錄，就是不印這條鏈上的任何一個。而九十二、九十四、一百零一、一百零五、一百零七、一百一十四年，六次考題全部押在上面。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第一張回想卡。可能彎矩強度 Mpr 怎麼算？它跟一般的標稱彎矩 Mn 有哪三個不一樣？提示：三個差別分別跟鋼筋強度、強度折減、還有應力塊深度有關。少改一個，整條鏈的數字就偏低。按暫停。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答案。口訣是「fy 放大、phi 不折、a 重算」。這三件事考卷從來沒提示過。一點二五的來由是：地震下鋼筋會進入應變硬化，實際降伏強度高於標稱值；phi 取一點零，是因為這裡要的是可能的最大值，而不是保守的設計值。而應力塊深度 apr 也要用一點二五 fy 重算 —— 這一步最常被漏掉。至於 Ve 那個正負號，是因為正負地震方向要各算一次取包絡值。上下層鋼筋量不同的時候，兩個方向的 Mpr 不相等，只算一個方向會低估。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第二張。強柱弱梁的判定式是什麼？柱的設計剪力又怎麼由梁端的 Mpr 求出來？提示：判定式有一個係數，而且比較的是柱的標稱彎矩跟梁的標稱彎矩。至於柱剪力，梁端彎矩要先分配給上下柱。按暫停。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答案。一點二是「柱要比梁強兩成」的安全餘裕，目的是讓塑鉸出在梁端而不是柱端 —— 因為柱端出塑鉸會形成軟層破壞，整層垮掉。注意兩邊都是標稱彎矩 Mn，不是 Mpr。這一條是「機構假設成不成立」的判定式。至於柱的設計剪力：梁端彎矩要按上下柱的勁度分配，再除以柱淨高。而分配比怎麼取、hn 取淨高還是層高，考卷都沒說。一百零一年第三題、第四題整題建立在這個前提上，而係數一點二沒印。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第三張。柱耐震的時候，Vc 要取零的兩個條件是什麼？梁塑鉸區的箍筋間距，又由哪四項取小？提示：兩個條件一個關於地震剪力佔多少比例、一個關於軸壓。至於梁的四項，其中兩項跟主筋直徑與箍筋直徑有關。按暫停。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答案。Vc 歸零的兩個條件要同時成立。為什麼歸零？因為塑鉸區的混凝土在反覆載重下已經開裂貫穿，骨材互鎖失效，混凝土不再提供剪力。忘了歸零，箍筋量會少三到四成。九十八年第一題把條件寫進題幹當提示 —— 「假設地震效應之設計軸壓力小於零點零五 Ag f'c」—— 卻沒說結論是 Vc 等於零。至於梁塑鉸區的四項：注意二十四倍用的是箍筋直徑、八倍用的是主筋直徑，兩個下標別搞混。而密箍長度是兩倍梁全高，不是兩倍有效深度。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第四張。柱的密箍區要配多長？那個長度是取三者的最大還是最小？提示：三個候選跟柱斷面尺寸、淨高、還有一個固定值有關。取大取小搞反，是這一條最常見的錯法。按暫停。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答案。口訣是「長度取大、間距取小」—— 圍束要夠長，也要夠密，兩個規定的方向剛好相反。密箍區長度 lo 從未印過，而九十三年、九十八年、一百零一年、一百零二年，四度要你配置橫向鋼筋。至於間距，實務上幾乎都是由 b 除以四、六倍主筋直徑、還有 so 這三項控制的，不是由 Ash 控制。只算 Ash 反推間距，答案通常偏大。而 Ash 雖然考三次印三次，但「兩式取大、hc 量到箍筋外緣、Ach 是核心面積」這三件事一次都沒印。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帶你看這張圖。左邊是斷面。hc 是核心尺寸，量到箍筋外緣，不是柱寬、也不是箍筋中心線。Ach 是核心面積，同樣量到箍筋外緣。所以 Ag 除以 Ach 減一，就是保護層佔的比例。hx 是繫筋之間的最大水平間距，它決定 so —— 繫筋配得越密、hx 越小、so 反而越大，也就是間距可以放鬆。右邊是立面。密箍要配在柱的上下兩端各一個 lo 的長度，因為塑鉸就出現在那裡。而 lo 取三者最大：柱最大邊長、淨高的六分之一、還有四十五公分。取小就配得太短。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第五張。接頭水平剪力需求怎麼算？有效面積 Aj 裡的 bj 又取哪三個的最小？提示：需求端有一個超強度係數、兩根梁筋、而且還要減掉一個東西。至於 bj，一百零一年只註明「Aj 為接頭有效斷面積」—— 這是典型的用了卻不定義。按暫停。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答案。需求端的口訣是「兩根梁筋拉、一個柱剪力減」。左邊梁的頂筋跟右邊梁的底筋都用一點二五 fy 算拉力，加起來，再減掉柱剪力。外接頭只有一側梁，第二項就消失。忘記減柱剪力會高估兩成以上。第二條，有效寬度 bj 取三者最小。一百零一年印了 gamma 根號 f'c Aj，卻只註明「Aj 為接頭有效斷面積」—— 用了卻不定義。第三條最容易漏：接頭剪力的 phi 是零點八五，不是一般剪力的零點七五、也不是撓曲的零點九。四題接頭題全部要用，四次都沒給。用錯 phi，足夠或不足夠的結論會整個翻轉。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第六張。接頭剪力強度的 gamma 有哪三個值？換成 MPa 制跟 psi 制又各是多少？提示：三個值對應圍束情形，角接頭是最小的。而三種單位制的數字長得完全不一樣，作答的時候要寫明你用的是哪一制。按暫停。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答案。口訣是「四面五點三、三面四點零、其他三點二」—— 圍束越完整，混凝土的斜壓桿越撐得住，係數就越大。而三種單位制：公斤力制是五點三、四點零、三點二；MPa 制是一點七、一點二五、一點零；psi 制是二十、十五、十二。數字長得完全不一樣，作答時要寫明用哪一制。九十二年第三題是內接頭，gamma 五點三；九十四年跟一百零七年是角接頭，gamma 三點二 —— 接頭型式判斷錯，係數差一點七倍。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帶你看這張圖。gamma 反映的是接頭核心被四周構件圍束的程度 —— 圍得越緊，斜壓桿越撐得住。內接頭左右加前後都有梁，四面圍束，gamma 五點三。外接頭左右有梁、前後沒有，gamma 三點九到四點零。角接頭只有單側有梁，屬於「其他」，gamma 三點二 —— 這是最常被誤用成五點三的一種。另外規範對「梁要多寬才算圍住那一面」也有規定，通常要求梁寬至少是柱寬的四分之三，這一條考卷同樣沒印。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第七張。耐震柱的縱向鋼筋搭接，有哪三條規定？Class B 搭接長度又是多少？提示：一條關於長度、一條關於位置、一條關於同一斷面能搭多少比例。九十二年第二題要你「於柱立面圖標示柱主筋之搭接位置及長度」。按暫停。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三條規定：長度是一點三倍的伸展長度、位置限在中段、單一斷面搭接量不超過百分之五十。為什麼限在中段？因為柱的上下兩端是塑鉸區，那裡的鋼筋要反覆進出降伏，搭接會先失效。至於一點三這個倍數，是 Class B 的定義 —— 同一斷面搭接量超過一半，或應力大於零點五 fy 的時候採用。而詳細式裡那個 c 加 Ktr 除以 db 的上限二點五、還有 Ktr 的定義，九十二年跟九十九年兩年都沒給。另外搭接全長還要配閉合箍筋，間距不超過 d 除以四或十公分，這一條也沒印。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上下紅色那兩段是密箍區，塑鉸就出現在那裡，所以不准搭接。綠色的中段，也就是淨高的一半，才是允許搭接的區域。九十二年第二題要你在柱立面圖上標示搭接位置及長度，考的就是這張圖。搭接長度是一點三倍的伸展長度，比單純的伸展長度長三成。而同一斷面的搭接量不得超過一半，所以實務上要錯開搭接。最後，搭接全長還要配閉合箍筋，因為搭接是靠握裹傳力的，需要橫向圍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第八張。剪力牆的標稱剪力強度 Vn 怎麼寫？裡面的 alpha c 由什麼決定？最小鋼筋比又是多少？提示：alpha c 隨牆的高寬比變，矮牆跟高牆不一樣。而九十二年那題的答案，多數情況是由最小鋼筋比控制的，不是由 Vu 控制。按暫停。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答案。alpha c 是混凝土貢獻的係數。矮牆，高寬比小於等於一點五，由剪力控制，混凝土幫得多，取零點八零；高牆，高寬比大於等於二，由撓曲控制，取零點五三；中間線性內插。九十二年第四題是二十四年唯一一次剪力牆設計題。考卷給了單層配筋門檻、給了 phi 等於零點六，卻沒給這條主體式，alpha c 的內插規則也沒給。而且要注意：多數情況下答案是由最小鋼筋比零點零零二五這個下限控制的，不是由 Vu 控制。至於邊界構材，判定門檻是壓應力超過零點二 f'c，這一條也從未印過。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帶你看這張圖。剪力牆可以想成一根很寬的梁：兩端的邊界構材相當於主筋，中間的腹版相當於腹板。邊界構材要不要設特殊圍束，看該處的壓應力有沒有超過零點二 f'c，圍束要求比照柱的 Ash。腹版的水平跟垂直鋼筋比都要大於等於零點零零二五，間距不超過四十五公分 —— 這個下限常常才是真正的控制值。右邊這張圖是 alpha c 隨高寬比的變化：矮牆剪力控制取零點八，高牆撓曲控制取零點五三。最後提醒，牆跟橫膈版的 phi 是零點六，跟梁的零點七五不一樣。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最後一張回想卡。現行的耐震載重組合怎麼寫？九十二年印的那兩組，你認得出是舊版嗎？提示：現行版的三個係數都很整齊。舊版有一點四三跟一點八七兩個奇怪的數字 —— 看到它們就知道是哪一套。按暫停。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答案。現行版是一點二 D 加一點零 L 正負一點零 E，三個係數都很整齊。舊版的一點四三已經含了零點九的折減，而看到一點八七就知道是舊規範。兩套不能混用。九十二年第四題印舊版兩組、一百零八年第三題印現行版，但一百零一年跟一百零五年都要用組合值卻沒印，這時候要依題目指定的規範版本自己判斷。最後一條韌性需求要特別注意：一百一十一年第四題印的是橋梁規範的雙線性塑鉸模型，含塑鉸長度；而 U1-1 跟 U1-2 那幾題要用轉換斷面求降伏曲率 —— 兩者不是同一套，別套錯。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快速過一遍六個高頻扣分點。第一，Mpr 只把 fy 乘一點二五，忘了 phi 跟應力塊深度。第二，接頭忘了減柱剪力，或者 phi 用成零點七五。第三，密箍區長度取小而不是取大。第四，只算 Ash 就反推間距。第五，角接頭的 gamma 用成五點三。第六，說明題以為不用背 —— 九十八年第一題就是純說明題，整張考卷一條公式都沒有。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這一頁講綠色為什麼不等於安全。彎鉤錨定長度、剪力牆門檻、橫膈版 Vn、塑鉸長度，這四個題型二十四年只考過一次，沒有反例，但也談不上規律。其中塑鉸長度屬於交通部的公路橋梁耐震評估與補強設計規範，不在混凝土設計規範裡 —— 考卷不能假設你背過，所以會附；但你要看得懂那個 L 是到反曲點的長度。至於 phi 等於零點六，這是牆跟版類構件的特別規定，跟梁的零點七五不同，兩次都印。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速查表第一頁，十一條。截圖存手機，考前一小時掃一次就好。這些的共同點是：字數少、考卷不給，而且缺一條就會有一整段流程走不下去。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速查表第二頁，八條比較長的式子與規則。這一頁刻意排得比較大，因為這幾條抄錯一個下標就整題歪。特別是第十六條那四項取小，跟第十七條的三條搭接規定。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四句話收尾。第一，能力設計法那一整組二十四年零次印出，而它正是本單元十八題的主軸。第二，考卷願意給的都是規範抄得到的構造細則 —— 但給了式子不等於給了用法。第三，通常會給的六條裡有四條只有一次樣本，別把綠色當成免背。第四，下一個單元是預力梁斷面應力分析。那個單元的分界更清楚：極限強度那一段考卷幾乎必給，使用性那一段一次都不給 —— 而二十一題裡有十五題是使用性題。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公式給／背分界　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RC-U3-3　韌性要求與耐震設計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 27 條公式，哪些考卷會印給你？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 91–114 年共 24 年考卷原文逐頁判讀｜本單元 18 題，主軸是能力設計法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RC-U3-3｜韌性要求與耐震設計｜證據：91–114 年（24 年）考卷原文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三色分級：綠色最多的一個單元，但綠得很脆弱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判定依據是 91–114 年考卷原文，含集中式、隨題式、內文式三種擺法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Mpr、Ve、Vjh、強柱弱梁、密箍區長度與間距、搭接規定、剪力牆主體 —— 全部要自備。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 兩式、so、接頭 γ、耐震載重組合。有印過，但都有「該給而沒給」的先例。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λdh、剪力牆門檻、橫膈版 Vn、塑鉸 Lp、韌性需求、φ = 0.6。但其中四條只有一次樣本。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看到深色卡片就按暫停：先在紙上默寫，再看下一頁的答案。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解答頁的斜體那一行是「記憶鉤」—— 口訣、物理直覺或檢查點，比公式本身更值得記。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「通常會給」的六條裡有四條只有一次樣本，沒有反例但也談不上規律 —— 別把它當保證。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最後兩頁是速查表，截圖存手機，考前一小時再掃一次。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「查表查得到的」考卷傾向給你；</a:t>
            </a:r>
            <a:endParaRPr lang="en-US" sz="2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「要靠能力設計法推出來的」一次都不給。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Ash、γ、λdh、Lp 都被印過；而 Mpr、Ve、Vjh、強柱弱梁 24 年零次印出 —— 偏偏後者才是這個單元 18 題的主軸。把「以塑鉸機構反推設計力」的整條鏈路練到能默寫，比背 Ash 有價值得多。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MAP · 六個公式家族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27 條公式的地圖：從圍束走到剪力牆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　圍束與密箍（耐震柱）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 兩式、密箍區長度 lo、間距 so 與三者取小、柱耐震 Vc = 0。5 條，考卷只給 Ash 與 so。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　能力設計（強柱弱梁）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Mpr、梁 Ve、柱 Ve、ΣMnc ≥ 1.2ΣMnb、梁塑鉸區密箍。5 條全紅，24 年零次印出。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　梁柱接頭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Vjh 需求、γ√f'c Aj 強度、Aj 與 bj、φ = 0.85。四度考、需求端零次印出。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　搭接、錨定與韌性細則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λd 詳細式、Class B 搭接、λdh、塑鉸長度 Lp、韌性需求 μφ / μΔ。給不給差別很大。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　剪力牆與橫膈版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 Vn 與 αc、單層配筋門檻、最小鋼筋比、邊界構材判定、橫膈版 Vn、φ = 0.6。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　載重組合與流程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現行 1.2D + 1.0L ± 1.0E 與 92 年舊版兩組，加上能力設計法的流程骨架。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怎樣都得自己寫的骨幹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能力設計法：從「梁能發多大」推到「箍筋配多少」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方向是反的 —— 需求不是來自結構分析，而是來自構件的強度上限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 步・全紅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梁配筋 As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（題目給）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apr = 1.25fyAs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/(0.85f'cb)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 = As(1.25fy)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(d − apr/2)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算誰的剪力？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7" name="Text 15"/>
          <p:cNvSpPr/>
          <p:nvPr/>
        </p:nvSpPr>
        <p:spPr>
          <a:xfrm>
            <a:off x="9763963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 Ve = ΣMpr/ln ± wuln/2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9" name="Text 17"/>
          <p:cNvSpPr/>
          <p:nvPr/>
        </p:nvSpPr>
        <p:spPr>
          <a:xfrm>
            <a:off x="9763963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 Ve,col = ΣMpr×比/hn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 Vc = 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兩個條件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= Ve/φ − Vc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 s，再檢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d/4、8db、24dbt、30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密箍長度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 ≥ 2h（梁）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98203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398203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9" name="Text 37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箍筋規格與配置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（間距取最小）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梁塑鉸區的間距答案，幾乎都由 min(d/4, 8db, 24dbt, 30 cm) 決定，不是由 Vs 反算決定。105 年二與 114 年二都是這個型。而密箍長度是 2h（梁全高）不是 2d。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交卷前的三個必做檢核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5" name="Text 43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1.25 乘了嗎？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 apr 也要用 1.25fy 重算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歸零了嗎？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少三到四成箍筋的元凶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兩個方向都算了？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上下筋不同 → Mpr 不相等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ANCHOR · 整個單元的骨架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能力設計法的鏈：中間四個量，考卷一個都不給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apacity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24433"/>
            <a:ext cx="6501384" cy="29235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起點是題目給的梁配筋，終點是你要交的箍筋規格 —— 中間四個量全部要自己推。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 用 1.25fy 而且 φ = 1.0，因為這裡要的是「可能的最大值」，不是保守的設計值。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梁的 Ve 由兩端 Mpr 除以淨跨得到；柱的 Ve 則是把梁端彎矩按勁度分配給上下柱再除以淨高。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接頭的 Vjh 一樣從 1.25fyAs 出發，再減掉柱剪力。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101 年三明寫「以梁端產生塑鉸方式計算因地震引入柱剪力作為柱最大設計剪力」—— 方法講出來了，公式仍然沒給。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這條鏈只要斷一環，整題的方向就錯了 —— 而 92、94、101、105、107、114 年六次考題全部押在上面。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能力設計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可能彎矩強度 Mpr 怎麼算？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它跟一般的 Mn 有哪三個不一樣？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提示：三個差別分別跟「鋼筋強度」「強度折減」「應力塊深度」有關。少改一個，整條鏈的數字就偏低。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必背｜24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Mpr：三個地方都要改，不只是把 fy 乘 1.25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可能彎矩強度</a:t>
            </a:r>
            <a:endParaRPr lang="en-US" sz="1300" dirty="0"/>
          </a:p>
        </p:txBody>
      </p:sp>
      <p:pic>
        <p:nvPicPr>
          <p:cNvPr id="7" name="Image 0" descr="formula_imgs/mp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07332"/>
            <a:ext cx="7772400" cy="743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梁的能力設計剪力</a:t>
            </a:r>
            <a:endParaRPr lang="en-US" sz="1300" dirty="0"/>
          </a:p>
        </p:txBody>
      </p:sp>
      <p:pic>
        <p:nvPicPr>
          <p:cNvPr id="11" name="Image 1" descr="formula_imgs/v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739" y="4078224"/>
            <a:ext cx="7469241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怎麼記：「fy 放大、φ 不折、a 重算」—— 這三件事沒有任何一年提示過。1.25 的來由：地震下鋼筋進入應變硬化，實際降伏強度高於標稱值；φ = 1.0 是因為這裡要「可能的最大值」而不是設計值。Ve 的 ± 是因為正負地震方向要各算一次取包絡值 —— 上下層鋼筋量不同時，兩個方向的 Mpr 不相等。101 年二、105 年二、114 年二三度直接考，零次印出。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強柱弱梁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「強柱弱梁」的判定式是什麼？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柱的設計剪力又怎麼由梁端 Mpr 求？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提示：判定式有一個係數，而且比較的是「柱的 Mn」與「梁的 Mn」。至於柱剪力 —— 梁端彎矩要先分配給上下柱。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必背｜101 年三整題建立在這個前提上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強柱弱梁：先確定塑鉸出在梁，柱才能當「傳遞者」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強柱弱梁判定</a:t>
            </a:r>
            <a:endParaRPr lang="en-US" sz="1300" dirty="0"/>
          </a:p>
        </p:txBody>
      </p:sp>
      <p:pic>
        <p:nvPicPr>
          <p:cNvPr id="7" name="Image 0" descr="formula_imgs/scw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05018"/>
            <a:ext cx="7772400" cy="15483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柱的能力設計剪力</a:t>
            </a:r>
            <a:endParaRPr lang="en-US" sz="1300" dirty="0"/>
          </a:p>
        </p:txBody>
      </p:sp>
      <p:pic>
        <p:nvPicPr>
          <p:cNvPr id="11" name="Image 1" descr="formula_imgs/vec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267" y="4078224"/>
            <a:ext cx="5960187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怎麼記：1.2 是「柱要比梁強兩成」的安全餘裕 —— 目的是讓塑鉸出在梁端，而不是柱端（避免軟層破壞）。注意兩邊都是 Mn（標稱），不是 Mpr。這條是「機構假設成不成立」的判定式。柱剪力：梁端彎矩按上下柱的勁度分配，再除以柱淨高 hn。分配比與 hn 取淨高還是層高，考卷都沒說。101 年三、四整題建立在「梁端先出塑鉸」這個前提上，而係數 1.2 沒印。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A/B 耐震剪力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柱耐震時 Vc 要取 0 的兩個條件是什麼？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梁塑鉸區的箍筋間距由哪四項取小？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提示：兩個條件一個關於地震剪力佔比、一個關於軸壓。至於梁的四項 —— 其中兩項跟主筋與箍筋直徑有關。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必背｜98 年一把條件寫進題幹當提示，卻沒說結論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塑鉸區：混凝土不算數，間距由構造規定控制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柱耐震 Vc 歸零條件</a:t>
            </a:r>
            <a:endParaRPr lang="en-US" sz="1300" dirty="0"/>
          </a:p>
        </p:txBody>
      </p:sp>
      <p:pic>
        <p:nvPicPr>
          <p:cNvPr id="7" name="Image 0" descr="formula_imgs/vc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91372"/>
            <a:ext cx="7772400" cy="975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梁塑鉸區密箍間距與長度</a:t>
            </a:r>
            <a:endParaRPr lang="en-US" sz="1300" dirty="0"/>
          </a:p>
        </p:txBody>
      </p:sp>
      <p:pic>
        <p:nvPicPr>
          <p:cNvPr id="11" name="Image 1" descr="formula_imgs/sb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57719"/>
            <a:ext cx="7772400" cy="7052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怎麼記：塑鉸區的混凝土在反覆載重下已經開裂貫穿、骨材互鎖失效，所以 Vc 直接不算 —— 忘了歸零，箍筋量少三到四成。98 年一把條件寫進題幹（「假設地震效應之設計軸壓力小於 0.05Agf'c」）當提示，卻沒說結論是 Vc = 0。梁的四項裡，24dbt 用的是「箍筋」直徑、8db 用的是「主筋」直徑 —— 兩個下標別搞混。密箍長度是 2h（梁全高）不是 2d；105 年二、114 年二的答案幾乎都由這四項決定，不是由 Vs 反算決定。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圍束與密箍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柱的密箍區要配多長（lo）？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那個長度是取三者的最大還是最小？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提示：三個候選跟柱斷面尺寸、淨高、還有一個固定值有關。取大取小搞反，是這一條最常見的錯法。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lo 與間距必背｜🟠 Ash 與 so 別賭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密箍：長度取大、間距取小，兩個方向相反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密箍區長度（取大）</a:t>
            </a:r>
            <a:endParaRPr lang="en-US" sz="1300" dirty="0"/>
          </a:p>
        </p:txBody>
      </p:sp>
      <p:pic>
        <p:nvPicPr>
          <p:cNvPr id="7" name="Image 0" descr="formula_imgs/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509" y="1847088"/>
            <a:ext cx="5601703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密箍區間距（取小）</a:t>
            </a:r>
            <a:endParaRPr lang="en-US" sz="1300" dirty="0"/>
          </a:p>
        </p:txBody>
      </p:sp>
      <p:pic>
        <p:nvPicPr>
          <p:cNvPr id="11" name="Image 1" descr="formula_imgs/smi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801" y="3334512"/>
            <a:ext cx="489911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圍束箍筋量（兩式取大）</a:t>
            </a:r>
            <a:endParaRPr lang="en-US" sz="1300" dirty="0"/>
          </a:p>
        </p:txBody>
      </p:sp>
      <p:pic>
        <p:nvPicPr>
          <p:cNvPr id="15" name="Image 2" descr="formula_imgs/ash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53812"/>
            <a:ext cx="7772400" cy="856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怎麼記：「長度取大、間距取小」—— 圍束要夠長也要夠密，兩個規定的方向剛好相反。lo 從未印過。93 年三、98 年一、101 年三、102 年二四度要你「配置橫向鋼筋」，密箍要配多長全靠自己。間距實務上幾乎都由 min(b/4, 6db, so) 控制，不是由 Ash 控制 —— 只算 Ash 反推間距，答案通常偏大。Ash 考三次印三次，但「兩式取大、hc 量到箍筋外緣、Ach 是核心面積」這三件事一次都沒印。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三個尺寸與兩個方向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圍束：斷面量對三個尺寸，立面配對兩段長度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on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90278"/>
            <a:ext cx="6501384" cy="29918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hc 是核心尺寸，量到箍筋「外緣」，不是柱寬也不是箍筋中心線。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Ach 是核心面積（同樣量到箍筋外緣），Ag 是全斷面 —— (Ag/Ach − 1) 就是保護層佔的比例。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hx 是繫筋之間的最大水平間距，它決定 so = 10 + (35 − hx)/3。繫筋越密、hx 越小、so 越大（可以放鬆）。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立面上密箍要配在柱的上下兩端各 lo 長，因為塑鉸出現在那裡。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 取三者最大：柱最大邊長、淨高的 1/6、45 cm。取小就配得太短。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 的第一式含 (Ag/Ach − 1)，管的是「補回保護層」；第二式沒有這一項，管的是「核心本身的最低圍束」。兩式取大。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梁柱接頭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接頭水平剪力需求 Vjh 怎麼算？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有效面積 Aj 的 bj 又取哪三個的最小？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提示：需求端有一個超強度係數、兩根梁筋、還要減掉一個東西。至於 bj —— 101 年只註明「Aj 為接頭有效斷面積」，等於用了卻不定義。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必背｜四度考、需求端零次印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接頭：需求、面積、φ，三個考卷都不給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水平剪力需求（內接頭）</a:t>
            </a:r>
            <a:endParaRPr lang="en-US" sz="1300" dirty="0"/>
          </a:p>
        </p:txBody>
      </p:sp>
      <p:pic>
        <p:nvPicPr>
          <p:cNvPr id="7" name="Image 0" descr="formula_imgs/vjh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09135"/>
            <a:ext cx="7772400" cy="7964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有效面積與有效寬度</a:t>
            </a:r>
            <a:endParaRPr lang="en-US" sz="1300" dirty="0"/>
          </a:p>
        </p:txBody>
      </p:sp>
      <p:pic>
        <p:nvPicPr>
          <p:cNvPr id="11" name="Image 1" descr="formula_imgs/ajb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39454"/>
            <a:ext cx="7772400" cy="51061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接頭剪力的 φ</a:t>
            </a:r>
            <a:endParaRPr lang="en-US" sz="1300" dirty="0"/>
          </a:p>
        </p:txBody>
      </p:sp>
      <p:pic>
        <p:nvPicPr>
          <p:cNvPr id="15" name="Image 2" descr="formula_imgs/phij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740" y="4821936"/>
            <a:ext cx="664323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怎麼記：「兩根梁筋拉、一個柱剪力減」。外接頭只有一側梁，第二項消失。忘記減 Vcol 會高估兩成以上。接頭的 φ 是 0.85 —— 不是一般剪力的 0.75，也不是撓曲的 0.9。四題接頭題全部要用，四次都沒給；用錯 φ 會讓「足夠／不足夠」的結論整個翻轉。92 年三的梁寬 24 cm、柱 40×50 cm，bj 怎麼取直接決定強度差多少。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梁柱接頭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接頭剪力強度的 γ 有哪三個值？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換成 MPa 制與 psi 制又各是多少？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提示：三個值對應圍束情形，角接頭是最小的。而三種單位制的數字長得完全不一樣 —— 作答時要寫明用哪一制。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🟠 別賭｜只有 101 年印過完整三種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γ：圍束越好，係數越大 —— 但單位制也要對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接頭剪力強度</a:t>
            </a:r>
            <a:endParaRPr lang="en-US" sz="1300" dirty="0"/>
          </a:p>
        </p:txBody>
      </p:sp>
      <p:pic>
        <p:nvPicPr>
          <p:cNvPr id="7" name="Image 0" descr="formula_imgs/ga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42687"/>
            <a:ext cx="7772400" cy="6730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三種單位制對照</a:t>
            </a:r>
            <a:endParaRPr lang="en-US" sz="1300" dirty="0"/>
          </a:p>
        </p:txBody>
      </p:sp>
      <p:pic>
        <p:nvPicPr>
          <p:cNvPr id="11" name="Image 1" descr="formula_imgs/gamm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709420"/>
            <a:ext cx="7772400" cy="4018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怎麼記：「四面 5.3、三面 4.0、其他 3.2」—— 圍束越完整，混凝土斜壓桿越撐得住，係數越大。92 年三是內接頭（γ = 5.3）、94 與 107 年是角接頭（γ = 3.2）—— 接頭型式判斷錯，係數差 1.7 倍。101 年四印出完整三種，但 92、94、107 年三年都沒印。給過一次不代表下次會給。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接頭型式怎麼判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四面、三面、其他：看有幾個方向被梁圍住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joint_ga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39412"/>
            <a:ext cx="6501384" cy="34935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 反映的是「接頭核心被四周構件圍束的程度」—— 圍得越緊，斜壓桿越撐得住。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內接頭：左右加前後都有梁，四面圍束，γ = 5.3（kgf/cm² 制）。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外接頭：左右有梁、前後沒有（或一雙對面有），γ = 3.9~4.0。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角接頭：只有單側有梁，屬「其他」，γ = 3.2 —— 這是最常被誤用成 5.3 的一種。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規範對「梁要多寬才算圍住那一面」也有規定（通常要求梁寬 ≥ 3/4 柱寬），這一條考卷同樣沒印。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而更麻煩的是：101 年印了強度端的 γ，卻從來沒印過需求端的 Vjh。給你強度，不給你需求。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搭接與錨定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耐震柱的縱向鋼筋搭接，有哪三條規定？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Class B 搭接長度又是多少？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提示：一條關於長度、一條關於位置、一條關於同一斷面能搭多少比例。92 年二要你「於柱立面圖標示搭接位置及長度」。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三條規定必背｜🟢 λdh 通常會給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搭接：長度、位置、比例，三條缺一不可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拉力伸展長度（詳細式）</a:t>
            </a:r>
            <a:endParaRPr lang="en-US" sz="1300" dirty="0"/>
          </a:p>
        </p:txBody>
      </p:sp>
      <p:pic>
        <p:nvPicPr>
          <p:cNvPr id="7" name="Image 0" descr="formula_imgs/la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9538" y="1847088"/>
            <a:ext cx="3945644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Class B 與位置、比例限制</a:t>
            </a:r>
            <a:endParaRPr lang="en-US" sz="1300" dirty="0"/>
          </a:p>
        </p:txBody>
      </p:sp>
      <p:pic>
        <p:nvPicPr>
          <p:cNvPr id="11" name="Image 1" descr="formula_imgs/class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58045"/>
            <a:ext cx="7772400" cy="67342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標準彎鉤錨定（🟢）</a:t>
            </a:r>
            <a:endParaRPr lang="en-US" sz="1300" dirty="0"/>
          </a:p>
        </p:txBody>
      </p:sp>
      <p:pic>
        <p:nvPicPr>
          <p:cNvPr id="15" name="Image 2" descr="formula_imgs/lamd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905" y="4821936"/>
            <a:ext cx="5492910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怎麼記：搭接限在柱中段，是因為上下兩端是塑鉸區 —— 塑鉸區的鋼筋要反覆進出降伏，搭接會先失效。1.3 倍是 Class B 的定義（同一斷面搭接量超過 50% 或應力大於 0.5fy 時採用）。(c + Ktr)/db ≤ 2.5 的上限與 Ktr 的定義，92 年與 99 年兩年都沒給。另外搭接全長要配閉合箍筋且間距 ≤ min(d/4, 10 cm)，這一條也沒印。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搭接在哪裡、多長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柱主筋搭接：三條規定畫在一張立面圖上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pl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47903"/>
            <a:ext cx="6501384" cy="34765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上下紅色那兩段是密箍區（長度 lo），塑鉸出現在那裡 —— 不准搭接。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綠色的中段 ln/2 才是允許搭接的區域。92 年二要你「於柱立面圖標示搭接位置及長度」，考的就是這張圖。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搭接長度 lst = 1.3λd（Class B），比單純的伸展長度長 30%。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同一斷面的搭接量不得超過 50% —— 所以實務上要「錯開」搭接，一半在這一層、一半在下一層。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搭接全長還要配閉合箍筋、間距 ≤ min(d/4, 10 cm)，因為搭接靠握裹傳力，需要橫向圍束。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92、93、99 年三度考搭接，這三條規定一次都沒印（92 年只印了 λd 的算式）。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剪力牆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剪力牆的標稱剪力強度 Vn 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αc 由什麼決定？最小鋼筋比又是多少？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提示：αc 隨牆的高寬比變，矮牆與高牆不一樣。而 92 年那題的答案，多數情況是由最小鋼筋比控制、不是由 Vu 控制。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主體式必背｜🟢 門檻與 φ 通常會給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剪力牆：考卷給了門檻與 φ，就是不給主體式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牆的標稱剪力強度</a:t>
            </a:r>
            <a:endParaRPr lang="en-US" sz="1300" dirty="0"/>
          </a:p>
        </p:txBody>
      </p:sp>
      <p:pic>
        <p:nvPicPr>
          <p:cNvPr id="7" name="Image 0" descr="formula_imgs/vn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43226"/>
            <a:ext cx="7772400" cy="72822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最小鋼筋比與間距</a:t>
            </a:r>
            <a:endParaRPr lang="en-US" sz="1300" dirty="0"/>
          </a:p>
        </p:txBody>
      </p:sp>
      <p:pic>
        <p:nvPicPr>
          <p:cNvPr id="11" name="Image 1" descr="formula_imgs/wrh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83685"/>
            <a:ext cx="7772400" cy="8221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邊界構材需求判定</a:t>
            </a:r>
            <a:endParaRPr lang="en-US" sz="1300" dirty="0"/>
          </a:p>
        </p:txBody>
      </p:sp>
      <p:pic>
        <p:nvPicPr>
          <p:cNvPr id="15" name="Image 2" descr="formula_imgs/b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5077196"/>
            <a:ext cx="7772400" cy="40997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怎麼記：αc 是「混凝土貢獻」的係數 —— 矮牆（hw/lw ≤ 1.5）由剪力控制，混凝土幫得多，取 0.80；高牆（≥ 2.0）由撓曲控制，取 0.53；中間線性內插。92 年四是 24 年唯一一次剪力牆設計題，考卷給了單層配筋門檻與 φ = 0.6，卻沒給這條主體式，αc 的內插規則也沒給。多數情況下答案是由 ρ ≥ 0.0025 這個下限控制，而不是由 Vu 控制。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牆的兩個部分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剪力牆：邊界構材管彎矩，腹版管剪力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93454"/>
            <a:ext cx="6501384" cy="3585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牆可以想成一根「很寬的梁」：兩端的邊界構材相當於主筋、中間腹版相當於腹板。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邊界構材要不要特殊圍束，看該處壓應力有沒有超過 0.2f'c（可停止於 0.15f'c）。圍束要求比照柱的 Ash。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腹版的水平與垂直鋼筋比都要 ≥ 0.0025，間距 ≤ 45 cm —— 這個下限常常才是控制值。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αc 隨 hw/lw 從 0.80 掉到 0.53：矮牆剪力控制、高牆撓曲控制。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牆與橫膈版的 φ = 0.6，跟梁的 0.75 不同 —— 這是牆／版類構件的特別規定。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108 年三以「提示」完整印出橫膈版 Vn（αc 直接固定成 0.53）與 φ = 0.6，但 Acv 取「該方向的淨斷面」要自己從平面尺寸判斷。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 載重組合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現行的耐震載重組合怎麼寫？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92 年印的那兩組，你認得出是舊版嗎？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提示：現行版的三個係數都很整齊。舊版有 1.43 與 1.87 兩個奇怪的數字 —— 看到它們就知道是哪一套。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🟠 別賭｜101、105 年要用卻沒印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載重組合：兩套不能混用，看到 1.87 就知道是舊規範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現行版</a:t>
            </a:r>
            <a:endParaRPr lang="en-US" sz="1300" dirty="0"/>
          </a:p>
        </p:txBody>
      </p:sp>
      <p:pic>
        <p:nvPicPr>
          <p:cNvPr id="7" name="Image 0" descr="formula_imgs/ucom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3917" y="1847088"/>
            <a:ext cx="7136885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92 年印的舊版兩組</a:t>
            </a:r>
            <a:endParaRPr lang="en-US" sz="1300" dirty="0"/>
          </a:p>
        </p:txBody>
      </p:sp>
      <p:pic>
        <p:nvPicPr>
          <p:cNvPr id="11" name="Image 1" descr="formula_imgs/ucomb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61093"/>
            <a:ext cx="7772400" cy="46733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韌性需求（橋梁規範版）</a:t>
            </a:r>
            <a:endParaRPr lang="en-US" sz="1300" dirty="0"/>
          </a:p>
        </p:txBody>
      </p:sp>
      <p:pic>
        <p:nvPicPr>
          <p:cNvPr id="15" name="Image 2" descr="formula_imgs/mud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20584"/>
            <a:ext cx="7772400" cy="7232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怎麼記：舊版的 1.43 已經含 0.9 的折減（0.9 × 1.59 ≈ 1.43），看到 1.87 就知道是舊規範。92 年四印舊版兩組、108 年三印現行版，但 101 年二三四、105 年一二都要用組合值卻沒印。μφ 那一組要特別注意：111 年四印的是橋梁規範的雙線性塑鉸模型（含 Lp）；而 U1-1／U1-2 的 94、100、103、104、112 年那幾題要用「轉換斷面」求 φy —— 兩者不是同一套。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六個「知道就不會錯，不知道就整題歪」的細節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Mpr 只把 fy 乘 1.25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三個地方都要改：fy 放大 1.25、φ 取 1.0 不折減、連 apr 也要用 1.25fy 重算。少改一個，整條鏈的數字就偏低。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接頭忘了減 Vcol、φ 用錯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Vjh = 1.25fyAs(top) + 1.25fyAs(bot) − Vcol。而接頭剪力的 φ 是 0.85，不是 0.75 也不是 0.9。四題全要用，四次都沒給。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lo 取小而不是取大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密箍區長度 lo ≥ max{柱最大邊, ln/6, 45 cm}，是取大。而間距是取小 —— 兩個方向剛好相反。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只算 Ash 就反推間距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密箍間距實務上幾乎都由 min(b/4, 6db, so) 控制。只用 Ash 反推，答案通常偏大。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γ 用成 5.3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角接頭屬「其他」，γ = 3.2，跟內接頭差 1.7 倍。而且三種單位制數字完全不同，作答要寫明用哪一制。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說明題以為不用背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98 年一「試以說明 RC 柱耐震設計中，如何配置柱之橫向鋼筋？」—— 說明題等於要你默寫規範，整張考卷一條公式都沒有。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GREEN · 「通常會給」的六條，其實很脆弱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綠色不等於安全：四條只有一次樣本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剪力牆單層配筋門檻（92 年）</a:t>
            </a:r>
            <a:endParaRPr lang="en-US" sz="1300" dirty="0"/>
          </a:p>
        </p:txBody>
      </p:sp>
      <p:pic>
        <p:nvPicPr>
          <p:cNvPr id="7" name="Image 0" descr="formula_imgs/wal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0368" y="1847088"/>
            <a:ext cx="6183984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橫膈版 Vn（108 年）</a:t>
            </a:r>
            <a:endParaRPr lang="en-US" sz="1300" dirty="0"/>
          </a:p>
        </p:txBody>
      </p:sp>
      <p:pic>
        <p:nvPicPr>
          <p:cNvPr id="11" name="Image 1" descr="formula_imgs/vnd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397" y="2962656"/>
            <a:ext cx="357592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塑鉸長度 Lp（111 年）</a:t>
            </a:r>
            <a:endParaRPr lang="en-US" sz="1300" dirty="0"/>
          </a:p>
        </p:txBody>
      </p:sp>
      <p:pic>
        <p:nvPicPr>
          <p:cNvPr id="15" name="Image 2" descr="formula_imgs/l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271" y="4078224"/>
            <a:ext cx="6406179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牆／版的 φ（92、108 年）</a:t>
            </a:r>
            <a:endParaRPr lang="en-US" sz="1300" dirty="0"/>
          </a:p>
        </p:txBody>
      </p:sp>
      <p:pic>
        <p:nvPicPr>
          <p:cNvPr id="19" name="Image 3" descr="formula_imgs/phi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608" y="5193792"/>
            <a:ext cx="5909504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λdh（92 年）、剪力牆門檻（92 年）、橫膈版 Vn（108 年）、塑鉸 Lp（111 年）—— 這四個題型 24 年只考過一次，沒有反例，但也談不上規律。Lp 屬於交通部「公路橋梁耐震評估與補強設計規範」，不在混凝土設計規範裡 —— 考卷不能假設你背過，所以會附；但要看得懂 L 是「到反曲點」的長度。φ = 0.6 是牆／版類構件的特別規定，與梁的 0.75 不同，兩次都印。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1/2 · 窄公式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考前一小時：核心 11 條（截圖存手機）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梁能力設計剪力 Ve</a:t>
            </a:r>
            <a:endParaRPr lang="en-US" sz="1050" dirty="0"/>
          </a:p>
        </p:txBody>
      </p:sp>
      <p:pic>
        <p:nvPicPr>
          <p:cNvPr id="7" name="Image 0" descr="formula_imgs/v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290" y="1938528"/>
            <a:ext cx="2924085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柱能力設計剪力</a:t>
            </a:r>
            <a:endParaRPr lang="en-US" sz="1050" dirty="0"/>
          </a:p>
        </p:txBody>
      </p:sp>
      <p:pic>
        <p:nvPicPr>
          <p:cNvPr id="11" name="Image 1" descr="formula_imgs/vec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819" y="1938528"/>
            <a:ext cx="2333315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強柱弱梁判定</a:t>
            </a:r>
            <a:endParaRPr lang="en-US" sz="1050" dirty="0"/>
          </a:p>
        </p:txBody>
      </p:sp>
      <p:pic>
        <p:nvPicPr>
          <p:cNvPr id="15" name="Image 2" descr="formula_imgs/scw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394" y="1938528"/>
            <a:ext cx="3270451" cy="6515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密箍區長度 lo（取大）</a:t>
            </a:r>
            <a:endParaRPr lang="en-US" sz="1050" dirty="0"/>
          </a:p>
        </p:txBody>
      </p:sp>
      <p:pic>
        <p:nvPicPr>
          <p:cNvPr id="19" name="Image 3" descr="formula_imgs/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75141"/>
            <a:ext cx="3416808" cy="56146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密箍區間距（取小）</a:t>
            </a:r>
            <a:endParaRPr lang="en-US" sz="1050" dirty="0"/>
          </a:p>
        </p:txBody>
      </p:sp>
      <p:pic>
        <p:nvPicPr>
          <p:cNvPr id="23" name="Image 4" descr="formula_imgs/smin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234881"/>
            <a:ext cx="3416808" cy="64198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柱耐震 Vc = 0</a:t>
            </a:r>
            <a:endParaRPr lang="en-US" sz="1050" dirty="0"/>
          </a:p>
        </p:txBody>
      </p:sp>
      <p:pic>
        <p:nvPicPr>
          <p:cNvPr id="27" name="Image 5" descr="formula_imgs/vc0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341424"/>
            <a:ext cx="3416808" cy="428899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⑦ 接頭剪力 φ = 0.85</a:t>
            </a:r>
            <a:endParaRPr lang="en-US" sz="1050" dirty="0"/>
          </a:p>
        </p:txBody>
      </p:sp>
      <p:pic>
        <p:nvPicPr>
          <p:cNvPr id="31" name="Image 6" descr="formula_imgs/phij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610744"/>
            <a:ext cx="3416808" cy="473437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⑧ 拉力伸展長度 λd</a:t>
            </a:r>
            <a:endParaRPr lang="en-US" sz="1050" dirty="0"/>
          </a:p>
        </p:txBody>
      </p:sp>
      <p:pic>
        <p:nvPicPr>
          <p:cNvPr id="35" name="Image 7" descr="formula_imgs/lam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8149" y="4521708"/>
            <a:ext cx="2792653" cy="65151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⑨ 彎鉤錨定 λdh</a:t>
            </a:r>
            <a:endParaRPr lang="en-US" sz="1050" dirty="0"/>
          </a:p>
        </p:txBody>
      </p:sp>
      <p:pic>
        <p:nvPicPr>
          <p:cNvPr id="39" name="Image 8" descr="formula_imgs/lamd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4561170"/>
            <a:ext cx="3416808" cy="572585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⑩ 橫膈版 Vn</a:t>
            </a:r>
            <a:endParaRPr lang="en-US" sz="1050" dirty="0"/>
          </a:p>
        </p:txBody>
      </p:sp>
      <p:pic>
        <p:nvPicPr>
          <p:cNvPr id="43" name="Image 9" descr="formula_imgs/vndi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876939"/>
            <a:ext cx="3416808" cy="524227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⑪ 現行耐震載重組合</a:t>
            </a:r>
            <a:endParaRPr lang="en-US" sz="1050" dirty="0"/>
          </a:p>
        </p:txBody>
      </p:sp>
      <p:pic>
        <p:nvPicPr>
          <p:cNvPr id="47" name="Image 10" descr="formula_imgs/ucomb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072" y="5918708"/>
            <a:ext cx="3416808" cy="44069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2/2 · 寬公式與規則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考前一小時：規則與長式 8 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⑫ 可能彎矩強度 Mpr</a:t>
            </a:r>
            <a:endParaRPr lang="en-US" sz="1050" dirty="0"/>
          </a:p>
        </p:txBody>
      </p:sp>
      <p:pic>
        <p:nvPicPr>
          <p:cNvPr id="7" name="Image 0" descr="formula_imgs/mp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09449"/>
            <a:ext cx="5326380" cy="50966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⑬ 接頭剪力需求 Vjh</a:t>
            </a:r>
            <a:endParaRPr lang="en-US" sz="1050" dirty="0"/>
          </a:p>
        </p:txBody>
      </p:sp>
      <p:pic>
        <p:nvPicPr>
          <p:cNvPr id="11" name="Image 1" descr="formula_imgs/vjh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1991398"/>
            <a:ext cx="5326380" cy="54576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⑭ 接頭剪力強度 γ</a:t>
            </a:r>
            <a:endParaRPr lang="en-US" sz="1050" dirty="0"/>
          </a:p>
        </p:txBody>
      </p:sp>
      <p:pic>
        <p:nvPicPr>
          <p:cNvPr id="15" name="Image 2" descr="formula_imgs/gam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25268"/>
            <a:ext cx="5326380" cy="4612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⑮ 接頭有效面積 Aj、bj</a:t>
            </a:r>
            <a:endParaRPr lang="en-US" sz="1050" dirty="0"/>
          </a:p>
        </p:txBody>
      </p:sp>
      <p:pic>
        <p:nvPicPr>
          <p:cNvPr id="19" name="Image 3" descr="formula_imgs/ajbj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380914"/>
            <a:ext cx="5326380" cy="34991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⑯ 梁塑鉸區密箍間距與 lo</a:t>
            </a:r>
            <a:endParaRPr lang="en-US" sz="1050" dirty="0"/>
          </a:p>
        </p:txBody>
      </p:sp>
      <p:pic>
        <p:nvPicPr>
          <p:cNvPr id="23" name="Image 4" descr="formula_imgs/sb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605822"/>
            <a:ext cx="5326380" cy="48328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⑰ Class B 搭接三規定</a:t>
            </a:r>
            <a:endParaRPr lang="en-US" sz="1050" dirty="0"/>
          </a:p>
        </p:txBody>
      </p:sp>
      <p:pic>
        <p:nvPicPr>
          <p:cNvPr id="27" name="Image 5" descr="formula_imgs/class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616715"/>
            <a:ext cx="5326380" cy="461497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⑱ 圍束箍筋 Ash 兩式</a:t>
            </a:r>
            <a:endParaRPr lang="en-US" sz="1050" dirty="0"/>
          </a:p>
        </p:txBody>
      </p:sp>
      <p:pic>
        <p:nvPicPr>
          <p:cNvPr id="31" name="Image 6" descr="formula_imgs/ash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845492"/>
            <a:ext cx="5326380" cy="58712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⑲ 剪力牆 Vn 與 αc</a:t>
            </a:r>
            <a:endParaRPr lang="en-US" sz="1050" dirty="0"/>
          </a:p>
        </p:txBody>
      </p:sp>
      <p:pic>
        <p:nvPicPr>
          <p:cNvPr id="35" name="Image 7" descr="formula_imgs/vnwal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889530"/>
            <a:ext cx="5326380" cy="4990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RC-U3-3：查表的給你，推導的全歸你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能力設計法那一整組（Mpr、Ve、Vjh、強柱弱梁）24 年零次印出 —— 而它正是本單元 18 題的主軸。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考卷願意給的都是「規範抄得到的構造細則」：Ash、γ、λdh、Lp。但給了式子不等於給了用法。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「通常會給」的六條裡有四條只有一次樣本 —— 沒有反例，但也不是保證，別把綠色當成免背。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下一個單元 RC-U4-1 是預力梁：極限強度那一段考卷幾乎必給，使用性那一段一次都不給。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RC 考前總複習</dc:creator>
  <cp:lastModifiedBy>RC 考前總複習</cp:lastModifiedBy>
  <cp:revision>1</cp:revision>
  <dcterms:created xsi:type="dcterms:W3CDTF">2026-08-09T13:15:35Z</dcterms:created>
  <dcterms:modified xsi:type="dcterms:W3CDTF">2026-08-09T13:15:35Z</dcterms:modified>
</cp:coreProperties>
</file>