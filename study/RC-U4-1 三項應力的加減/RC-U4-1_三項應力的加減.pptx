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　預力梁斷面應力分析｜觀念講義・拼圖一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三項應力的加減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斷面上的應力分佈，只是三張基本應力圖的簡單加減——大小由 P、e、M、A、S 決定，正負由變形方向決定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 矩形恆壓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P·e/S 上拉下壓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M/S 上壓下拉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三步 SOP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示範梁：40×80 cm 矩形、L = 12 m、e = 25 cm、P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t（與主講義微型例題①相同）；圖上數字全部由同一支程式算出，可逐一對帳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一句話貫通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斷面上永遠只有三項應力，解題永遠只有三個步驟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00937"/>
            <a:ext cx="11064240" cy="396468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本拼圖的定位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拼圖一只做一件事：把「任一時刻、任一纖維」的應力算對。拼圖二再把它放進「兩階段 × 四控制點」去比容許應力。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 · 全篇貫穿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一根 40×80 的簡支預力梁，所有數字都從它算出來</a:t>
            </a:r>
            <a:endParaRPr lang="en-US" sz="2600" dirty="0"/>
          </a:p>
        </p:txBody>
      </p:sp>
      <p:pic>
        <p:nvPicPr>
          <p:cNvPr id="4" name="Image 0" descr="fig02_be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433" y="1280160"/>
            <a:ext cx="10224655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= 40×80 = 3,200 cm²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bh²/6 = 42,667 cm³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自重彎矩（傳遞階段）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0.40×0.80×2.4 = 0.768 t/m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0.768×12²/8 = 13.824 t-m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120640"/>
            <a:ext cx="3596640" cy="1325880"/>
          </a:xfrm>
          <a:prstGeom prst="roundRect">
            <a:avLst>
              <a:gd name="adj" fmla="val 8276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193792"/>
            <a:ext cx="32766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t、使用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t（損失 20%）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直線鋼腱，偏心 e = 25 cm（形心下方）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約定 · 一條通式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先寫下約定：壓應力為正（+）、拉應力為負（−）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答題第一行就寫</a:t>
            </a:r>
            <a:endParaRPr lang="en-US" sz="15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 ＋、拉 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77640" y="1371600"/>
            <a:ext cx="7635240" cy="1417320"/>
          </a:xfrm>
          <a:prstGeom prst="roundRect">
            <a:avLst>
              <a:gd name="adj" fmla="val 774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146304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通式：任一纖維 = ① 軸壓 ± ② 偏心 ∓ ③ 外力</a:t>
            </a:r>
            <a:endParaRPr lang="en-US" sz="1400" dirty="0"/>
          </a:p>
        </p:txBody>
      </p:sp>
      <p:pic>
        <p:nvPicPr>
          <p:cNvPr id="8" name="Image 0" descr="m_ge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60520" y="2013966"/>
            <a:ext cx="2016252" cy="4526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292608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17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頂纖維（t = top）</a:t>
            </a:r>
            <a:endParaRPr lang="en-US" sz="1400" dirty="0"/>
          </a:p>
        </p:txBody>
      </p:sp>
      <p:pic>
        <p:nvPicPr>
          <p:cNvPr id="11" name="Image 1" descr="m_top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643427"/>
            <a:ext cx="1837944" cy="48554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292608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09360" y="3017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底纖維（b = bottom）</a:t>
            </a:r>
            <a:endParaRPr lang="en-US" sz="1400" dirty="0"/>
          </a:p>
        </p:txBody>
      </p:sp>
      <p:pic>
        <p:nvPicPr>
          <p:cNvPr id="14" name="Image 2" descr="m_bot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3643427"/>
            <a:ext cx="1862633" cy="48554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48640" y="46634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31520" y="4754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斷面模數：到「該纖維」的距離</a:t>
            </a:r>
            <a:endParaRPr lang="en-US" sz="1400" dirty="0"/>
          </a:p>
        </p:txBody>
      </p:sp>
      <p:pic>
        <p:nvPicPr>
          <p:cNvPr id="17" name="Image 3" descr="m_S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5203850"/>
            <a:ext cx="1810512" cy="427939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46634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309360" y="4754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矩形（對稱）斷面</a:t>
            </a:r>
            <a:endParaRPr lang="en-US" sz="1400" dirty="0"/>
          </a:p>
        </p:txBody>
      </p:sp>
      <p:pic>
        <p:nvPicPr>
          <p:cNvPr id="20" name="Image 4" descr="m_Srect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9360" y="5179162"/>
            <a:ext cx="2416759" cy="47731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這兩條不必背：下一頁起逐項拆開，符號會從變形方向自己跑出來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三項拆解 ① · 軸壓項 P/A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把預力移到形心推梁：全斷面均勻受壓，永遠是 ＋</a:t>
            </a:r>
            <a:endParaRPr lang="en-US" sz="2600" dirty="0"/>
          </a:p>
        </p:txBody>
      </p:sp>
      <p:pic>
        <p:nvPicPr>
          <p:cNvPr id="4" name="Image 0" descr="fig03_axi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物理意義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預力合力通過形心的那一份：只「推」、不「彎」，每條纖維縮短一樣多 → 矩形分佈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為什麼恆為正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鋼腱拉緊、反力推混凝土 → 預力對混凝土永遠是壓；不管在頂在底、傳遞或使用，符號都不必想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三項拆解 ② · 偏心項 P·e/S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鋼腱不在形心 → 搬回形心要補一個力偶 P·e</a:t>
            </a:r>
            <a:endParaRPr lang="en-US" sz="2600" dirty="0"/>
          </a:p>
        </p:txBody>
      </p:sp>
      <p:pic>
        <p:nvPicPr>
          <p:cNvPr id="4" name="Image 0" descr="fig04_ec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力偶的方向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鋼腱在形心下方：左端逆時針、右端順時針 → 梁被往上彎（上拱）→ 頂拉、底壓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「上下等值反號」的前提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只在對稱斷面成立（S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）；T 形、I 形或組合梁要分開除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三項拆解 ③ · 外力項 M/S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載重把梁往下彎：頂壓、底拉，方向恰好與 ② 相反</a:t>
            </a:r>
            <a:endParaRPr lang="en-US" sz="2600" dirty="0"/>
          </a:p>
        </p:txBody>
      </p:sp>
      <p:pic>
        <p:nvPicPr>
          <p:cNvPr id="4" name="Image 0" descr="fig05_ex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代哪一個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傳遞階段：只有自重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；使用階段：M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。M 用跨中（或題目指定斷面）的值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 ② 反向，正是預力的目的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事先在底纖維「存」了壓應力，③ 把它用掉；存得夠多，底纖維就不會被拉裂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符號判定 · 不背公式看變形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問一句話：誰把梁頂上去、誰把梁壓下來？</a:t>
            </a:r>
            <a:endParaRPr lang="en-US" sz="2600" dirty="0"/>
          </a:p>
        </p:txBody>
      </p:sp>
      <p:pic>
        <p:nvPicPr>
          <p:cNvPr id="4" name="Image 0" descr="fig06_defor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11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口訣只要一句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往上彎 → 凸面在頂 → 頂被拉開（−）；往下彎 → 凸面在底 → 底被拉開（−）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 不參與判斷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軸壓項全斷面同號，永遠 ＋；只有 ② 和 ③ 要看變形決定符號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符號總表 · 三項 × 兩纖維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把變形直覺填進表格，就得到頂／底兩條通式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頂纖維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底纖維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誰決定符號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軸壓 P/A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＋（壓）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＋（壓）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恆為壓，不必判斷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偏心 P·e/S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−（拉）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＋（壓）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鋼腱在形心下方 → 上拱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外力 M/S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＋（壓）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−（拉）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正彎矩（載重向下）→ 下垂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縱向讀「頂纖維」欄</a:t>
            </a:r>
            <a:endParaRPr lang="en-US" sz="1400" dirty="0"/>
          </a:p>
        </p:txBody>
      </p:sp>
      <p:pic>
        <p:nvPicPr>
          <p:cNvPr id="7" name="Image 0" descr="m_t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4603547"/>
            <a:ext cx="1837944" cy="48554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0" y="3886200"/>
            <a:ext cx="5486400" cy="1600200"/>
          </a:xfrm>
          <a:prstGeom prst="roundRect">
            <a:avLst>
              <a:gd name="adj" fmla="val 6857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09360" y="39776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縱向讀「底纖維」欄</a:t>
            </a:r>
            <a:endParaRPr lang="en-US" sz="1400" dirty="0"/>
          </a:p>
        </p:txBody>
      </p:sp>
      <p:pic>
        <p:nvPicPr>
          <p:cNvPr id="10" name="Image 1" descr="m_bo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4603547"/>
            <a:ext cx="1862633" cy="48554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表格是「變形直覺」的結果，不是要背的東西；鋼腱若在形心上方（連續梁支承處），② 的兩格整個對調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 · 非對稱斷面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≠ S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時：零點在形心，頂、底大小不再相同</a:t>
            </a:r>
            <a:endParaRPr lang="en-US" sz="2600" dirty="0"/>
          </a:p>
        </p:txBody>
      </p:sp>
      <p:pic>
        <p:nvPicPr>
          <p:cNvPr id="4" name="Image 0" descr="fig07_asy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做法不變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一樣三項、一樣看變形定符號；只是頂纖維除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I/y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、底纖維除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I/y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小的那側應力大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只有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 34.2%：同一個 M，底緣 40.84 是梁頂 13.97 的 2.9 倍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 Step 1 · 算純數值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先把三項的大小算出來，一個符號都不要寫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軸壓</a:t>
            </a:r>
            <a:endParaRPr lang="en-US" sz="1400" dirty="0"/>
          </a:p>
        </p:txBody>
      </p:sp>
      <p:pic>
        <p:nvPicPr>
          <p:cNvPr id="6" name="Image 0" descr="m_t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962302"/>
            <a:ext cx="2087575" cy="5102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7249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74820" y="13716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57700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偏心</a:t>
            </a:r>
            <a:endParaRPr lang="en-US" sz="1400" dirty="0"/>
          </a:p>
        </p:txBody>
      </p:sp>
      <p:pic>
        <p:nvPicPr>
          <p:cNvPr id="10" name="Image 1" descr="m_t2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00" y="1960931"/>
            <a:ext cx="2666390" cy="5129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57700" y="27249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001000" y="137160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83880" y="14630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外力（自重）</a:t>
            </a:r>
            <a:endParaRPr lang="en-US" sz="1400" dirty="0"/>
          </a:p>
        </p:txBody>
      </p:sp>
      <p:pic>
        <p:nvPicPr>
          <p:cNvPr id="14" name="Image 2" descr="m_t3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83880" y="1956816"/>
            <a:ext cx="2630729" cy="5212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83880" y="27249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2918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31520" y="3383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自重彎矩</a:t>
            </a:r>
            <a:endParaRPr lang="en-US" sz="1400" dirty="0"/>
          </a:p>
        </p:txBody>
      </p:sp>
      <p:pic>
        <p:nvPicPr>
          <p:cNvPr id="18" name="Image 3" descr="m_Md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520" y="3789731"/>
            <a:ext cx="3667658" cy="51297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6480" y="329184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309360" y="3383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400" dirty="0"/>
          </a:p>
        </p:txBody>
      </p:sp>
      <p:pic>
        <p:nvPicPr>
          <p:cNvPr id="21" name="Image 4" descr="m_A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9360" y="3806190"/>
            <a:ext cx="4989881" cy="4800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48640" y="466344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49808" y="4773168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單位一次換好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 用 kgf（t × 1000）、M 用 kgf-cm（t-m × 10⁵）、e 與 S 用 cm；應力就直接是 kgf/cm²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126480" y="4663440"/>
            <a:ext cx="5486400" cy="1691640"/>
          </a:xfrm>
          <a:prstGeom prst="roundRect">
            <a:avLst>
              <a:gd name="adj" fmla="val 6486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327648" y="4773168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不要先四捨五入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13.824 → 32.400；若先寫成 13.82 → 32.39，末位就對不上答案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 Step 2 · 看變形定符號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每一項各問一次：頂纖維被拉開還是壓緊？</a:t>
            </a:r>
            <a:endParaRPr lang="en-US" sz="2600" dirty="0"/>
          </a:p>
        </p:txBody>
      </p:sp>
      <p:pic>
        <p:nvPicPr>
          <p:cNvPr id="4" name="Image 0" descr="fig08_step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987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5463540" cy="1143000"/>
          </a:xfrm>
          <a:prstGeom prst="roundRect">
            <a:avLst>
              <a:gd name="adj" fmla="val 96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51435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 (+)、偏心拉 (−)、外力壓 (+)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03520"/>
            <a:ext cx="5463540" cy="1143000"/>
          </a:xfrm>
          <a:prstGeom prst="roundRect">
            <a:avLst>
              <a:gd name="adj" fmla="val 96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376672"/>
            <a:ext cx="51435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軸壓 (+)、偏心壓 (+)、外力拉 (−)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 Step 3 · 加減得合成應力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三張圖逐點相加：頂纖維小拉、底纖維大壓</a:t>
            </a:r>
            <a:endParaRPr lang="en-US" sz="2600" dirty="0"/>
          </a:p>
        </p:txBody>
      </p:sp>
      <p:pic>
        <p:nvPicPr>
          <p:cNvPr id="4" name="Image 0" descr="fig09_transf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80160"/>
            <a:ext cx="1060704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</a:t>
            </a:r>
            <a:endParaRPr lang="en-US" sz="1400" dirty="0"/>
          </a:p>
        </p:txBody>
      </p:sp>
      <p:pic>
        <p:nvPicPr>
          <p:cNvPr id="8" name="Image 1" descr="m_f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35370"/>
            <a:ext cx="4630522" cy="29077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</a:t>
            </a:r>
            <a:endParaRPr lang="en-US" sz="1400" dirty="0"/>
          </a:p>
        </p:txBody>
      </p:sp>
      <p:pic>
        <p:nvPicPr>
          <p:cNvPr id="11" name="Image 2" descr="m_fb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941154"/>
            <a:ext cx="5120640" cy="2792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的另一種看法 · 數線上走三步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0 出發：往右是壓、往左是拉，走完三步就是答案</a:t>
            </a:r>
            <a:endParaRPr lang="en-US" sz="2600" dirty="0"/>
          </a:p>
        </p:txBody>
      </p:sp>
      <p:pic>
        <p:nvPicPr>
          <p:cNvPr id="4" name="Image 0" descr="fig10_waterfal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頂纖維在打拉鋸戰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偏心項 87.89 比軸壓 46.88 大，單靠預力頂纖維已被拉到 −41.02；傳遞階段靠自重救回到 −8.62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底纖維是一路累積壓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② 同向疊到 +134.77，③ 只拿走 32.40 → +102.37：傳遞階段底纖維要擔心的是「壓太大」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 · 頂纖維什麼時候會出現拉？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偏心超過核心距 k = S/A，單靠預力頂纖維就會受拉</a:t>
            </a:r>
            <a:endParaRPr lang="en-US" sz="2600" dirty="0"/>
          </a:p>
        </p:txBody>
      </p:sp>
      <p:pic>
        <p:nvPicPr>
          <p:cNvPr id="4" name="Image 0" descr="fig12_ker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核心距與「僅預力」頂纖維應力</a:t>
            </a:r>
            <a:endParaRPr lang="en-US" sz="1400" dirty="0"/>
          </a:p>
        </p:txBody>
      </p:sp>
      <p:pic>
        <p:nvPicPr>
          <p:cNvPr id="8" name="Image 1" descr="m_ker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28843"/>
            <a:ext cx="4380890" cy="45811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086600" y="5349240"/>
            <a:ext cx="452628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69480" y="542239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自重是傳遞階段的幫手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 = 25 &gt; k = 13.33，頂纖維 −41.02；自重 +32.40 把它拉回 −8.62。所以傳遞階段一定要把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算進去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同一條式子 · 換階段只換 P 與 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使用階段：P 變小、M 變大，危險點從頂纖維換到底纖維</a:t>
            </a:r>
            <a:endParaRPr lang="en-US" sz="2600" dirty="0"/>
          </a:p>
        </p:txBody>
      </p:sp>
      <p:pic>
        <p:nvPicPr>
          <p:cNvPr id="4" name="Image 0" descr="fig11_servi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7240" y="1280160"/>
            <a:ext cx="1060704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頂纖維（P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t、M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58.824 t-m）</a:t>
            </a:r>
            <a:endParaRPr lang="en-US" sz="1400" dirty="0"/>
          </a:p>
        </p:txBody>
      </p:sp>
      <p:pic>
        <p:nvPicPr>
          <p:cNvPr id="8" name="Image 1" descr="m_ft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42228"/>
            <a:ext cx="4007815" cy="27706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0" y="539496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09360" y="54864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底纖維</a:t>
            </a:r>
            <a:endParaRPr lang="en-US" sz="1400" dirty="0"/>
          </a:p>
        </p:txBody>
      </p:sp>
      <p:pic>
        <p:nvPicPr>
          <p:cNvPr id="11" name="Image 2" descr="m_fbs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9360" y="5942228"/>
            <a:ext cx="3925519" cy="2770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六個最常把正負號或數值弄錯的地方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 永遠是 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不管頂底、不管階段；會出錯通常是把它跟偏心項綁在一起一起變號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非對稱斷面分開除 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頂用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I/y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、底用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I/y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；T 形、組合梁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可差到 2.9 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單位：t-m × 10⁵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從 t-m 換成 kgf-cm 要乘 10⁵，P 從 t 換 kgf 乘 10³；兩個倍數不同，最容易漏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還是 P</a:t>
            </a:r>
            <a:pPr indent="0" marL="0">
              <a:spcAft>
                <a:spcPts val="800"/>
              </a:spcAft>
              <a:buNone/>
            </a:pPr>
            <a:r>
              <a:rPr lang="en-US" sz="1600" b="1" baseline="-40000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（未損失），使用階段用 P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；換階段三項中有兩項跟著變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 代自重還是全載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傳遞只有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13.824；使用是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58.824 t-m。傳遞階段漏掉自重，頂纖維會多算出 32.40 的拉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鋼腱在形心上方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連續梁支承處、懸臂梁鋼腱在上方：力偶把梁往下彎，② 的符號整個對調；照樣「看變形」就不會錯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三步 SOP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算純數字 → 看變形定符號 → 加減；每一步都附示範梁的答案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  <a:gridCol w="2834640"/>
                <a:gridCol w="2834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步驟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做什麼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傳遞（P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150 t、M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使用（P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120 t、M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 斷面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A、I、y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、y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→ 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、S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b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 = 3,200、S = 42,667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同左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 純數值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P/A、P·e/S、M/S（先不寫正負）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46.875、87.891、32.400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37.500、70.313、137.869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 定符號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頂：+ − +　底：+ + −（鋼腱在形心下方）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上拱 vs 下垂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同左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 加減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頂、底各加一次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 −8.62　底 +102.37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 +105.06　底 −30.06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 讀結果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哪一緣受拉？哪一緣壓最大？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頂小拉、底大壓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頂大壓、底受拉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 kgf/cm²；壓為正、拉為負。拿到結果後的「合不合格」是拼圖二的工作：傳遞比 f′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ci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的容許值、使用比 f′</a:t>
            </a:r>
            <a:pPr indent="0" marL="0">
              <a:buNone/>
            </a:pPr>
            <a:r>
              <a:rPr lang="en-US" sz="1300" baseline="-400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的容許值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重點回顧：三項、三步、一句話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P/A：預力移到形心推梁，矩形分佈，永遠是壓（＋）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P·e/S：搬回形心補的力偶，鋼腱在下方 → 上拱 → 頂拉底壓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M/S：載重把梁壓下來 → 下垂 → 頂壓底拉，恰與 ② 反向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頂除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、底除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；對稱斷面才相等，零點永遠在形心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三步 SOP：算純數字 → 看變形定符號 → 加減（示範梁 −8.62 ／ +102.37）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下一步：拼圖二——同一條式子放進「傳遞／使用 × 頂／底」四個控制點，逐點比對容許應力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RC-U4-1 拼圖一：三項應力的加減</dc:title>
  <dc:subject>PptxGenJS Presentation</dc:subject>
  <dc:creator>PptxGenJS</dc:creator>
  <cp:lastModifiedBy>PptxGenJS</cp:lastModifiedBy>
  <cp:revision>1</cp:revision>
  <dcterms:created xsi:type="dcterms:W3CDTF">2026-09-27T08:37:29Z</dcterms:created>
  <dcterms:modified xsi:type="dcterms:W3CDTF">2026-09-27T08:37:29Z</dcterms:modified>
</cp:coreProperties>
</file>